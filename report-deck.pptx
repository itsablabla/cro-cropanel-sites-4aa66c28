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(83/100)  ·  7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homepage's primary call-to-action, but it is currently a dead end that exits to an external documentation site, and the page lacks any value proposition or trust signals to motivate a click. This bleeds value by sending visitors away without a next step, while the absence of a clear offer and trust elements further suppresses conversion.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1.5–6.4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6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C0392B"/>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Single-step funnel with dead end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sole CTA exits to an external documentation site, leaving no in-page next step toward any conversion.</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No value proposition stated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page copy only describes the domain's purpose for documentation examples and provides no statement of what is sold 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CTA lacks context</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only call-to-action, 'Learn more', provides no indication of what the visitor will learn or why they should click.</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2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Single-step funnel with dead end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only call to action on the page is “Learn more”."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sole CTA exits to an external documentation site, leaving no in-page next step toward any conversion.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value proposition stated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copy only describes the domain's purpose for documentation examples and provides no statement of what is sold or why it is better.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CTA lacks context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only call-to-action, 'Learn more', provides no indication of what the visitor will learn or why they should click.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Single-step funnel with dead end</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No value proposition stated</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CTA lacks context</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